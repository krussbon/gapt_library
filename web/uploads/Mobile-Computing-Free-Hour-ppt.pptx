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Mercieca" userId="4b9cc8fa1d729f02" providerId="LiveId" clId="{9183925C-1411-4B62-8978-6FEEDC5A40C7}"/>
    <pc:docChg chg="addSld modSld">
      <pc:chgData name="Christian Mercieca" userId="4b9cc8fa1d729f02" providerId="LiveId" clId="{9183925C-1411-4B62-8978-6FEEDC5A40C7}" dt="2025-03-26T14:14:29.048" v="242" actId="1076"/>
      <pc:docMkLst>
        <pc:docMk/>
      </pc:docMkLst>
      <pc:sldChg chg="modSp new mod">
        <pc:chgData name="Christian Mercieca" userId="4b9cc8fa1d729f02" providerId="LiveId" clId="{9183925C-1411-4B62-8978-6FEEDC5A40C7}" dt="2025-03-26T13:57:52.560" v="30" actId="20577"/>
        <pc:sldMkLst>
          <pc:docMk/>
          <pc:sldMk cId="215154576" sldId="264"/>
        </pc:sldMkLst>
        <pc:spChg chg="mod">
          <ac:chgData name="Christian Mercieca" userId="4b9cc8fa1d729f02" providerId="LiveId" clId="{9183925C-1411-4B62-8978-6FEEDC5A40C7}" dt="2025-03-26T13:57:52.560" v="30" actId="20577"/>
          <ac:spMkLst>
            <pc:docMk/>
            <pc:sldMk cId="215154576" sldId="264"/>
            <ac:spMk id="2" creationId="{FFDFBF35-7D81-E1F5-177D-59A7A2834F6A}"/>
          </ac:spMkLst>
        </pc:spChg>
      </pc:sldChg>
      <pc:sldChg chg="modSp new mod">
        <pc:chgData name="Christian Mercieca" userId="4b9cc8fa1d729f02" providerId="LiveId" clId="{9183925C-1411-4B62-8978-6FEEDC5A40C7}" dt="2025-03-26T13:58:20.381" v="77" actId="20577"/>
        <pc:sldMkLst>
          <pc:docMk/>
          <pc:sldMk cId="208464687" sldId="265"/>
        </pc:sldMkLst>
        <pc:spChg chg="mod">
          <ac:chgData name="Christian Mercieca" userId="4b9cc8fa1d729f02" providerId="LiveId" clId="{9183925C-1411-4B62-8978-6FEEDC5A40C7}" dt="2025-03-26T13:58:20.381" v="77" actId="20577"/>
          <ac:spMkLst>
            <pc:docMk/>
            <pc:sldMk cId="208464687" sldId="265"/>
            <ac:spMk id="2" creationId="{1DA302FA-DDD4-954E-1EF6-3F7DD3E27188}"/>
          </ac:spMkLst>
        </pc:spChg>
      </pc:sldChg>
      <pc:sldChg chg="addSp delSp modSp new mod">
        <pc:chgData name="Christian Mercieca" userId="4b9cc8fa1d729f02" providerId="LiveId" clId="{9183925C-1411-4B62-8978-6FEEDC5A40C7}" dt="2025-03-26T14:12:18.350" v="160" actId="20577"/>
        <pc:sldMkLst>
          <pc:docMk/>
          <pc:sldMk cId="3027455262" sldId="266"/>
        </pc:sldMkLst>
        <pc:spChg chg="mod">
          <ac:chgData name="Christian Mercieca" userId="4b9cc8fa1d729f02" providerId="LiveId" clId="{9183925C-1411-4B62-8978-6FEEDC5A40C7}" dt="2025-03-26T14:12:18.350" v="160" actId="20577"/>
          <ac:spMkLst>
            <pc:docMk/>
            <pc:sldMk cId="3027455262" sldId="266"/>
            <ac:spMk id="2" creationId="{95917F6A-929F-1313-479E-7DBE052FBEED}"/>
          </ac:spMkLst>
        </pc:spChg>
        <pc:spChg chg="del">
          <ac:chgData name="Christian Mercieca" userId="4b9cc8fa1d729f02" providerId="LiveId" clId="{9183925C-1411-4B62-8978-6FEEDC5A40C7}" dt="2025-03-26T14:11:19.111" v="95" actId="22"/>
          <ac:spMkLst>
            <pc:docMk/>
            <pc:sldMk cId="3027455262" sldId="266"/>
            <ac:spMk id="3" creationId="{D1F9B53F-C352-1034-E427-816A343A5B1A}"/>
          </ac:spMkLst>
        </pc:spChg>
        <pc:picChg chg="add mod ord">
          <ac:chgData name="Christian Mercieca" userId="4b9cc8fa1d729f02" providerId="LiveId" clId="{9183925C-1411-4B62-8978-6FEEDC5A40C7}" dt="2025-03-26T14:11:39.765" v="100" actId="1076"/>
          <ac:picMkLst>
            <pc:docMk/>
            <pc:sldMk cId="3027455262" sldId="266"/>
            <ac:picMk id="5" creationId="{DE5E3E1D-4DFE-8FC3-DE24-CA37973CD52F}"/>
          </ac:picMkLst>
        </pc:picChg>
      </pc:sldChg>
      <pc:sldChg chg="addSp delSp modSp new mod">
        <pc:chgData name="Christian Mercieca" userId="4b9cc8fa1d729f02" providerId="LiveId" clId="{9183925C-1411-4B62-8978-6FEEDC5A40C7}" dt="2025-03-26T14:13:27.095" v="193" actId="1076"/>
        <pc:sldMkLst>
          <pc:docMk/>
          <pc:sldMk cId="332593277" sldId="267"/>
        </pc:sldMkLst>
        <pc:spChg chg="mod">
          <ac:chgData name="Christian Mercieca" userId="4b9cc8fa1d729f02" providerId="LiveId" clId="{9183925C-1411-4B62-8978-6FEEDC5A40C7}" dt="2025-03-26T14:12:37.081" v="190" actId="20577"/>
          <ac:spMkLst>
            <pc:docMk/>
            <pc:sldMk cId="332593277" sldId="267"/>
            <ac:spMk id="2" creationId="{22010F3E-6BB2-9C0E-1950-7238D18F0BD2}"/>
          </ac:spMkLst>
        </pc:spChg>
        <pc:spChg chg="del">
          <ac:chgData name="Christian Mercieca" userId="4b9cc8fa1d729f02" providerId="LiveId" clId="{9183925C-1411-4B62-8978-6FEEDC5A40C7}" dt="2025-03-26T14:13:09.931" v="191" actId="22"/>
          <ac:spMkLst>
            <pc:docMk/>
            <pc:sldMk cId="332593277" sldId="267"/>
            <ac:spMk id="3" creationId="{D7DBC1D4-1A16-4CB2-B82F-7A1D098318F6}"/>
          </ac:spMkLst>
        </pc:spChg>
        <pc:picChg chg="add mod ord">
          <ac:chgData name="Christian Mercieca" userId="4b9cc8fa1d729f02" providerId="LiveId" clId="{9183925C-1411-4B62-8978-6FEEDC5A40C7}" dt="2025-03-26T14:13:27.095" v="193" actId="1076"/>
          <ac:picMkLst>
            <pc:docMk/>
            <pc:sldMk cId="332593277" sldId="267"/>
            <ac:picMk id="5" creationId="{BCE0311D-BFB2-67DE-089D-5483C5939DC7}"/>
          </ac:picMkLst>
        </pc:picChg>
      </pc:sldChg>
      <pc:sldChg chg="addSp delSp modSp new mod">
        <pc:chgData name="Christian Mercieca" userId="4b9cc8fa1d729f02" providerId="LiveId" clId="{9183925C-1411-4B62-8978-6FEEDC5A40C7}" dt="2025-03-26T14:14:29.048" v="242" actId="1076"/>
        <pc:sldMkLst>
          <pc:docMk/>
          <pc:sldMk cId="2832752049" sldId="268"/>
        </pc:sldMkLst>
        <pc:spChg chg="mod">
          <ac:chgData name="Christian Mercieca" userId="4b9cc8fa1d729f02" providerId="LiveId" clId="{9183925C-1411-4B62-8978-6FEEDC5A40C7}" dt="2025-03-26T14:13:57.306" v="239" actId="20577"/>
          <ac:spMkLst>
            <pc:docMk/>
            <pc:sldMk cId="2832752049" sldId="268"/>
            <ac:spMk id="2" creationId="{9C8787B9-F472-6C33-AC20-7D02542A5F28}"/>
          </ac:spMkLst>
        </pc:spChg>
        <pc:spChg chg="del">
          <ac:chgData name="Christian Mercieca" userId="4b9cc8fa1d729f02" providerId="LiveId" clId="{9183925C-1411-4B62-8978-6FEEDC5A40C7}" dt="2025-03-26T14:14:21.653" v="240" actId="22"/>
          <ac:spMkLst>
            <pc:docMk/>
            <pc:sldMk cId="2832752049" sldId="268"/>
            <ac:spMk id="3" creationId="{4A957441-1349-025C-F406-C099725B32D5}"/>
          </ac:spMkLst>
        </pc:spChg>
        <pc:picChg chg="add mod ord">
          <ac:chgData name="Christian Mercieca" userId="4b9cc8fa1d729f02" providerId="LiveId" clId="{9183925C-1411-4B62-8978-6FEEDC5A40C7}" dt="2025-03-26T14:14:29.048" v="242" actId="1076"/>
          <ac:picMkLst>
            <pc:docMk/>
            <pc:sldMk cId="2832752049" sldId="268"/>
            <ac:picMk id="5" creationId="{23A4021A-A753-DDAF-9116-EE16BA63DE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4D18-8D6A-8966-AE01-312701D5C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01542-3A2C-68D0-9E52-D09AC5B3B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D7CAD-52EE-CFBA-8007-D93E44EF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EF52A-F013-D79D-F4CE-42D1D429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EA54-BC27-737F-0491-D1E1B33A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51496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5461-C668-4579-B261-62A2554A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5091-A309-20EF-49CB-4832A726E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E589F-CE26-C5E3-9177-70E848C0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DB58F-9E26-9C09-9F1A-AD4F5E6F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A744-9E5F-7073-D69B-9F3348C9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8459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242F-4DCD-DEFA-86A6-52F43F64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29C75-3398-AE40-0152-6EF4F7915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31A4C-CCEE-0F3A-2F43-EA45FBB0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E3BE1-10C8-F15C-2649-BB6BAE5B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3023-6F5C-915B-4C4C-A94B55DA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04342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4DC0-64D9-F207-521A-82D97BAC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E062-9855-6670-F589-4CBF759EA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1F555-AAA3-C07E-CBA1-272C754FC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898C1-6DD9-4DE6-5454-743C2FC8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14F25-286B-5ED4-E755-FE4D1491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F19AD-F3C0-F1A5-24F4-CB8C1CF5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12644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E8FF-E415-5967-884F-A9AA220E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503E6-02D8-7223-94A3-707F3F683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CE8FD-66D9-CE6D-3C2D-DC8B34348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68DDB-C88B-09DD-314C-A18C6E82A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E8C63-03A6-2534-FA33-4461C3E8E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DA83A-605F-94A2-1D23-E813D737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B8AC7-A8A0-BE04-CBB9-8F9308EF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318C8-D5F7-9CC1-1FF8-50B78991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13342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6825-44F7-A3C9-DB44-4FB55860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732B8-1E98-AB64-F5AF-6BAC9FD0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155AB-2D6B-ABAF-9077-3E519E45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8A7E0-272D-CEE7-2337-AADD94D8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82525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B115B-E477-1804-77B1-9DC31ABF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06B07-1CF4-2E62-029B-3AABE431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8990D-9C17-17DC-DEF5-7DAF215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54997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C143-5E6C-6D1A-67CB-AC2D4BB4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99C83-CBC0-88E5-E5E6-A532E96B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B4355-31CB-0CEA-5A81-B2876256E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7930B-055A-8BE5-9BD9-B9E20151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0844B-806C-5980-E532-7A851335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9E0C0-0F3C-3323-8B00-CD3FD8DB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19192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B66C9-C596-E85D-F5B6-0551EC0C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0D3C8B-2E4D-8525-43A1-371100D79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9B22B-4845-8A1B-050A-B184A0D39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D6DDF-6A70-DF96-3EDE-8D8808C3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93F46-B113-9CA3-AF5F-6A543EEE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29-BA1A-F140-D21C-B56E06F3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7186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80E1-FACF-FCB6-6893-3A030407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73F72-9A4A-3E2B-F981-2ACFD2198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07EB-28C7-FC53-4461-23F3B4D4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398B-DBF4-7CA3-CAA1-3560865A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8A3B-F6D0-24F5-89CD-3E552313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38453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2389D-ADE3-7502-2B19-5B5C48B14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6D305-5578-230C-ADEC-CDC91C6C0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1D40A-B17C-A31D-E98A-F338EC39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E1448-C042-4CD2-AE90-198B8695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BCE70-14AB-3B24-0D56-34BB5F04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06528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080C9-82A3-272E-76F4-65DC151A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5254E-DF50-8520-A137-92B0A61F9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D536-6945-E013-A1AC-0392B8C37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7E547-BAC6-405D-A4D6-2A2F02A86561}" type="datetimeFigureOut">
              <a:rPr lang="en-MT" smtClean="0"/>
              <a:t>26/03/2025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F38C5-2652-EA2B-DE8B-F4548FD67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5F8B5-1D8E-D37E-AFF4-762B9C80F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695A5-C950-47A6-A812-98FCA0D6FA2B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47879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E15E-6719-CFF8-4177-CE797335C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Mobile Computing Presentation:</a:t>
            </a:r>
            <a:br>
              <a:rPr lang="en-US" dirty="0"/>
            </a:br>
            <a:r>
              <a:rPr lang="en-US" dirty="0"/>
              <a:t>Free Hour</a:t>
            </a:r>
            <a:endParaRPr lang="en-M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20A9B-EFF3-6F4D-C606-922F17B724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Christian Mercieca, Sean Gauci, Dean Zammit, Kieran Cassar and </a:t>
            </a:r>
            <a:r>
              <a:rPr lang="en-US" dirty="0" err="1"/>
              <a:t>Elmuntaser</a:t>
            </a:r>
            <a:r>
              <a:rPr lang="en-US" dirty="0"/>
              <a:t> Taher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192594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BF35-7D81-E1F5-177D-59A7A2834F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1: Business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32F4E-F82D-DE11-529B-94F36C342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5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4357-857C-349C-EBB1-977EA473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Free Hour and what does it solve?</a:t>
            </a:r>
            <a:endParaRPr lang="en-M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5B8B-ACE3-66E4-0EAE-6BB5D049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Hour is a free app available for college and university students that offers convenient features such as timetable sharing.</a:t>
            </a:r>
          </a:p>
          <a:p>
            <a:r>
              <a:rPr lang="en-US" dirty="0"/>
              <a:t>It also offer extra features that make student life easier such as deadline tracking, weekly student offers, student events, student work opportunities and stipend tracking.</a:t>
            </a:r>
          </a:p>
          <a:p>
            <a:r>
              <a:rPr lang="en-US" dirty="0"/>
              <a:t>Free Hour aims to solve the hassles brought by college or university life by compiling them together and tracks them for you in a single, free and easy to use app.</a:t>
            </a:r>
          </a:p>
          <a:p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182014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459E-C5EB-B0A4-5682-F14F06AF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students choose Free Hour?</a:t>
            </a:r>
            <a:endParaRPr lang="en-M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A0CB-ED45-5602-D721-AC8BB1E3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Local focus: Free Hour focuses on local students, making it more relevant to Maltese students than any other app. Benefits such as student offers would otherwise not be possible.</a:t>
            </a:r>
          </a:p>
          <a:p>
            <a:endParaRPr lang="en-US" dirty="0"/>
          </a:p>
          <a:p>
            <a:r>
              <a:rPr lang="en-US" dirty="0"/>
              <a:t>Community Engagement: Free Hour has a strong online social media community, where students can be engaged with the team and other students alike</a:t>
            </a:r>
          </a:p>
          <a:p>
            <a:endParaRPr lang="en-US" dirty="0"/>
          </a:p>
          <a:p>
            <a:r>
              <a:rPr lang="en-US" dirty="0"/>
              <a:t>Continuous Relativity: The app is frequently updated and community communication is given a high priority, meaning that news and features are always as up to date as possible.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123879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68E2-AEF2-F551-643E-ECFFEC6F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</a:t>
            </a:r>
            <a:endParaRPr lang="en-M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D236D-DAA7-229F-A1F8-D27715089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 is catered towards Gen Z students, aged from around 15 to 25 years old.</a:t>
            </a:r>
          </a:p>
          <a:p>
            <a:endParaRPr lang="en-US" dirty="0"/>
          </a:p>
          <a:p>
            <a:r>
              <a:rPr lang="en-US" dirty="0"/>
              <a:t>The chosen UX design is centered around such Maltese students to </a:t>
            </a:r>
            <a:r>
              <a:rPr lang="en-US" dirty="0" err="1"/>
              <a:t>maximise</a:t>
            </a:r>
            <a:r>
              <a:rPr lang="en-US" dirty="0"/>
              <a:t> student comfort and provide the best experience.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288989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627C-493B-9940-D822-4BD6E894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Partners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8C2D0-61BF-A593-749D-3FFC9292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Keepmeposted</a:t>
            </a:r>
            <a:r>
              <a:rPr lang="en-GB" dirty="0"/>
              <a:t>: Provides student jobs which are displayed on the app. A student can also apply for such a job through the Free Hour app itself.</a:t>
            </a:r>
          </a:p>
          <a:p>
            <a:endParaRPr lang="en-GB" dirty="0"/>
          </a:p>
          <a:p>
            <a:r>
              <a:rPr lang="en-GB" dirty="0"/>
              <a:t>Restaurants and Retail: Provide exclusive discounts to the students through the Free Hour app.</a:t>
            </a:r>
          </a:p>
        </p:txBody>
      </p:sp>
    </p:spTree>
    <p:extLst>
      <p:ext uri="{BB962C8B-B14F-4D97-AF65-F5344CB8AC3E}">
        <p14:creationId xmlns:p14="http://schemas.microsoft.com/office/powerpoint/2010/main" val="75457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258A-5366-DC15-DD4D-BA41BC0C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13F96-D414-D75F-BB49-38BA5ADE3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Social Media: Free Hour has a strong presence on popular social media platforms.</a:t>
            </a:r>
          </a:p>
          <a:p>
            <a:endParaRPr lang="en-GB" dirty="0"/>
          </a:p>
          <a:p>
            <a:r>
              <a:rPr lang="en-GB" dirty="0"/>
              <a:t>Events: Events such as freshers’ week and other PR events are popular and important for Free Hour.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41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7EA9-62C6-B845-FD35-F18D2F61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C8E7B-F8F0-8AF3-8BBD-BDC4B6F6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Fixed costs: Employee salaries, app maintenance, brand marketing.</a:t>
            </a:r>
          </a:p>
          <a:p>
            <a:endParaRPr lang="en-GB" dirty="0"/>
          </a:p>
          <a:p>
            <a:r>
              <a:rPr lang="en-GB" dirty="0"/>
              <a:t>Variable costs: Server and hardware maintenance costs, advertising expenses, partnership related costs.</a:t>
            </a:r>
          </a:p>
        </p:txBody>
      </p:sp>
    </p:spTree>
    <p:extLst>
      <p:ext uri="{BB962C8B-B14F-4D97-AF65-F5344CB8AC3E}">
        <p14:creationId xmlns:p14="http://schemas.microsoft.com/office/powerpoint/2010/main" val="158235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5CD8-0F11-6408-2769-583CAFFB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Revenue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CEBE5-A430-4B6A-B65B-F11CBEB48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Banner ads and </a:t>
            </a:r>
            <a:r>
              <a:rPr lang="en-GB" dirty="0" err="1"/>
              <a:t>adsense</a:t>
            </a:r>
            <a:r>
              <a:rPr lang="en-GB" dirty="0"/>
              <a:t> revenue: Google generated ads, custom paid banner ads.</a:t>
            </a:r>
          </a:p>
          <a:p>
            <a:endParaRPr lang="en-GB" dirty="0"/>
          </a:p>
          <a:p>
            <a:r>
              <a:rPr lang="en-GB" dirty="0"/>
              <a:t>Paid service voucher </a:t>
            </a:r>
            <a:r>
              <a:rPr lang="en-GB" dirty="0" err="1"/>
              <a:t>parterships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Social media advertising.</a:t>
            </a:r>
          </a:p>
        </p:txBody>
      </p:sp>
    </p:spTree>
    <p:extLst>
      <p:ext uri="{BB962C8B-B14F-4D97-AF65-F5344CB8AC3E}">
        <p14:creationId xmlns:p14="http://schemas.microsoft.com/office/powerpoint/2010/main" val="181462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02FA-DDD4-954E-1EF6-3F7DD3E271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Part 2: Journey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6B3CB-AF08-9AE7-BF22-210F7952E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6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7F6A-929F-1313-479E-7DBE052F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Journey Map 1: Viewing a list of stipend dates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5E3E1D-4DFE-8FC3-DE24-CA37973CD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226" y="1690688"/>
            <a:ext cx="7853547" cy="4816987"/>
          </a:xfrm>
        </p:spPr>
      </p:pic>
    </p:spTree>
    <p:extLst>
      <p:ext uri="{BB962C8B-B14F-4D97-AF65-F5344CB8AC3E}">
        <p14:creationId xmlns:p14="http://schemas.microsoft.com/office/powerpoint/2010/main" val="3027455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0F3E-6BB2-9C0E-1950-7238D18F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Journey Map 2: Viewing all mutual free slots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E0311D-BFB2-67DE-089D-5483C5939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835" y="1690688"/>
            <a:ext cx="8850330" cy="4816800"/>
          </a:xfrm>
        </p:spPr>
      </p:pic>
    </p:spTree>
    <p:extLst>
      <p:ext uri="{BB962C8B-B14F-4D97-AF65-F5344CB8AC3E}">
        <p14:creationId xmlns:p14="http://schemas.microsoft.com/office/powerpoint/2010/main" val="332593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87B9-F472-6C33-AC20-7D02542A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Journey Map 3: Viewing Deals and Promotions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4021A-A753-DDAF-9116-EE16BA63D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247" y="1690688"/>
            <a:ext cx="8817505" cy="4816800"/>
          </a:xfrm>
        </p:spPr>
      </p:pic>
    </p:spTree>
    <p:extLst>
      <p:ext uri="{BB962C8B-B14F-4D97-AF65-F5344CB8AC3E}">
        <p14:creationId xmlns:p14="http://schemas.microsoft.com/office/powerpoint/2010/main" val="283275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426</Words>
  <Application>Microsoft Office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Mobile Computing Presentation: Free Hour</vt:lpstr>
      <vt:lpstr>Part 1: Business model</vt:lpstr>
      <vt:lpstr>What is Free Hour and what does it solve?</vt:lpstr>
      <vt:lpstr>Why do students choose Free Hour?</vt:lpstr>
      <vt:lpstr>Target Audience</vt:lpstr>
      <vt:lpstr>Key Partners</vt:lpstr>
      <vt:lpstr>Channels</vt:lpstr>
      <vt:lpstr>Cost Structure</vt:lpstr>
      <vt:lpstr>Revenue Streams</vt:lpstr>
      <vt:lpstr>Part 2: Journey Maps</vt:lpstr>
      <vt:lpstr>Journey Map 1: Viewing a list of stipend dates</vt:lpstr>
      <vt:lpstr>Journey Map 2: Viewing all mutual free slots</vt:lpstr>
      <vt:lpstr>Journey Map 3: Viewing Deals and Promotions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Mercieca</dc:creator>
  <cp:lastModifiedBy>Christian Mercieca</cp:lastModifiedBy>
  <cp:revision>1</cp:revision>
  <dcterms:created xsi:type="dcterms:W3CDTF">2025-03-26T13:03:03Z</dcterms:created>
  <dcterms:modified xsi:type="dcterms:W3CDTF">2025-03-26T14:14:30Z</dcterms:modified>
</cp:coreProperties>
</file>